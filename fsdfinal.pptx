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16" autoAdjust="0"/>
    <p:restoredTop sz="94648" autoAdjust="0"/>
  </p:normalViewPr>
  <p:slideViewPr>
    <p:cSldViewPr>
      <p:cViewPr varScale="1">
        <p:scale>
          <a:sx n="91" d="100"/>
          <a:sy n="91" d="100"/>
        </p:scale>
        <p:origin x="-777" y="-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73B545B9-DE7D-40A7-A631-902D0CA8C3E1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7CEB754B-EF71-4CE0-8F26-7418C269E21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3B545B9-DE7D-40A7-A631-902D0CA8C3E1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CEB754B-EF71-4CE0-8F26-7418C269E21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73B545B9-DE7D-40A7-A631-902D0CA8C3E1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7CEB754B-EF71-4CE0-8F26-7418C269E21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545B9-DE7D-40A7-A631-902D0CA8C3E1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754B-EF71-4CE0-8F26-7418C269E21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545B9-DE7D-40A7-A631-902D0CA8C3E1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754B-EF71-4CE0-8F26-7418C269E21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3B545B9-DE7D-40A7-A631-902D0CA8C3E1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CEB754B-EF71-4CE0-8F26-7418C269E21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545B9-DE7D-40A7-A631-902D0CA8C3E1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754B-EF71-4CE0-8F26-7418C269E2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3B545B9-DE7D-40A7-A631-902D0CA8C3E1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CEB754B-EF71-4CE0-8F26-7418C269E21B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3B545B9-DE7D-40A7-A631-902D0CA8C3E1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CEB754B-EF71-4CE0-8F26-7418C269E21B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545B9-DE7D-40A7-A631-902D0CA8C3E1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754B-EF71-4CE0-8F26-7418C269E2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545B9-DE7D-40A7-A631-902D0CA8C3E1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754B-EF71-4CE0-8F26-7418C269E2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73B545B9-DE7D-40A7-A631-902D0CA8C3E1}" type="datetimeFigureOut">
              <a:rPr lang="en-US" smtClean="0"/>
              <a:t>19/02/2026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CEB754B-EF71-4CE0-8F26-7418C269E21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5918" y="571480"/>
            <a:ext cx="7286676" cy="121442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🎓University Management System                    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1802" y="2857496"/>
            <a:ext cx="4714892" cy="1354636"/>
          </a:xfrm>
        </p:spPr>
        <p:txBody>
          <a:bodyPr/>
          <a:lstStyle/>
          <a:p>
            <a:r>
              <a:rPr lang="en-US" dirty="0" smtClean="0"/>
              <a:t>Name- </a:t>
            </a:r>
            <a:r>
              <a:rPr lang="en-US" b="0" dirty="0" smtClean="0"/>
              <a:t>Patel </a:t>
            </a:r>
            <a:r>
              <a:rPr lang="en-US" b="0" dirty="0" err="1" smtClean="0"/>
              <a:t>Harshul</a:t>
            </a:r>
            <a:r>
              <a:rPr lang="en-US" b="0" dirty="0" smtClean="0"/>
              <a:t> </a:t>
            </a:r>
            <a:r>
              <a:rPr lang="en-US" b="0" dirty="0" err="1" smtClean="0"/>
              <a:t>Ileshbhai</a:t>
            </a:r>
            <a:r>
              <a:rPr lang="en-US" b="0" dirty="0" smtClean="0"/>
              <a:t> </a:t>
            </a:r>
          </a:p>
          <a:p>
            <a:r>
              <a:rPr lang="en-US" dirty="0" smtClean="0"/>
              <a:t>Enrollment no- </a:t>
            </a:r>
            <a:r>
              <a:rPr lang="en-US" b="0" dirty="0" smtClean="0"/>
              <a:t>24002171310118</a:t>
            </a:r>
          </a:p>
          <a:p>
            <a:r>
              <a:rPr lang="en-US" dirty="0" smtClean="0"/>
              <a:t>Roll no-228 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071802" y="4000504"/>
            <a:ext cx="5357850" cy="135463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Name-</a:t>
            </a:r>
            <a:r>
              <a:rPr lang="en-US" dirty="0" smtClean="0"/>
              <a:t> </a:t>
            </a:r>
            <a:r>
              <a:rPr lang="en-US" dirty="0" err="1" smtClean="0"/>
              <a:t>Vakaiya</a:t>
            </a:r>
            <a:r>
              <a:rPr lang="en-US" dirty="0" smtClean="0"/>
              <a:t> </a:t>
            </a:r>
            <a:r>
              <a:rPr lang="en-US" dirty="0" err="1" smtClean="0"/>
              <a:t>Alihasan</a:t>
            </a:r>
            <a:r>
              <a:rPr lang="en-US" dirty="0" smtClean="0"/>
              <a:t> </a:t>
            </a:r>
            <a:r>
              <a:rPr lang="en-US" dirty="0" err="1" smtClean="0"/>
              <a:t>Misamali</a:t>
            </a:r>
            <a:endParaRPr kumimoji="0" lang="en-US" sz="180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0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Enrollment no-</a:t>
            </a:r>
            <a:r>
              <a:rPr lang="en-US" dirty="0" smtClean="0"/>
              <a:t> 24002171410057</a:t>
            </a:r>
          </a:p>
          <a:p>
            <a:pPr lvl="0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Roll no-256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071802" y="5143512"/>
            <a:ext cx="4714892" cy="135463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Name-</a:t>
            </a:r>
            <a:r>
              <a:rPr lang="en-US" dirty="0" smtClean="0"/>
              <a:t> </a:t>
            </a:r>
            <a:r>
              <a:rPr lang="en-US" dirty="0" err="1" smtClean="0"/>
              <a:t>Sutariya</a:t>
            </a:r>
            <a:r>
              <a:rPr lang="en-US" dirty="0" smtClean="0"/>
              <a:t> </a:t>
            </a:r>
            <a:r>
              <a:rPr lang="en-US" dirty="0" err="1" smtClean="0"/>
              <a:t>Safeer</a:t>
            </a:r>
            <a:r>
              <a:rPr lang="en-US" dirty="0" smtClean="0"/>
              <a:t> </a:t>
            </a:r>
            <a:r>
              <a:rPr lang="en-US" dirty="0" err="1" smtClean="0"/>
              <a:t>Mehadi</a:t>
            </a:r>
            <a:r>
              <a:rPr lang="en-US" dirty="0" smtClean="0"/>
              <a:t> </a:t>
            </a:r>
            <a:endParaRPr kumimoji="0" lang="en-US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n-ea"/>
              <a:cs typeface="+mn-cs"/>
            </a:endParaRPr>
          </a:p>
          <a:p>
            <a:pPr lvl="0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Enrollment no-</a:t>
            </a:r>
            <a:r>
              <a:rPr lang="en-US" dirty="0" smtClean="0"/>
              <a:t> 24002171310165</a:t>
            </a:r>
          </a:p>
          <a:p>
            <a:pPr lvl="0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Roll no-227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928662" y="142852"/>
            <a:ext cx="7172332" cy="1894362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57224" y="785794"/>
            <a:ext cx="7243770" cy="1894362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buFont typeface="Wingdings" pitchFamily="2" charset="2"/>
              <a:buChar char="Ø"/>
            </a:pPr>
            <a:r>
              <a:rPr lang="en-US" sz="3200" dirty="0" smtClean="0"/>
              <a:t>Introduction to University             Management System</a:t>
            </a:r>
            <a:endParaRPr kumimoji="0" lang="en-US" sz="300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8662" y="2357430"/>
            <a:ext cx="692948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000" dirty="0" smtClean="0"/>
              <a:t>A </a:t>
            </a:r>
            <a:r>
              <a:rPr lang="en-US" sz="2000" b="1" dirty="0" smtClean="0"/>
              <a:t>University Management System (UMS)</a:t>
            </a:r>
            <a:r>
              <a:rPr lang="en-US" sz="2000" dirty="0" smtClean="0"/>
              <a:t> is a software solution designed to automate and manage the daily operations of a university.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sz="2000" dirty="0" smtClean="0"/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 smtClean="0"/>
              <a:t>In today’s digital era, universities handle large volumes of data related to students, courses, examinations, admissions, finance, and administration. Managing these processes manually can be time-consuming, error-prone, and inefficient.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b="1" u="sng" dirty="0" smtClean="0"/>
              <a:t>Problem Statement</a:t>
            </a:r>
            <a:endParaRPr lang="en-US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714348" y="2214554"/>
            <a:ext cx="5786478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 smtClean="0"/>
              <a:t>Manual record-keeping issues</a:t>
            </a:r>
          </a:p>
          <a:p>
            <a:pPr>
              <a:buFont typeface="Wingdings" pitchFamily="2" charset="2"/>
              <a:buChar char="q"/>
            </a:pPr>
            <a:endParaRPr lang="en-US" dirty="0" smtClean="0"/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Time-consuming processes</a:t>
            </a:r>
          </a:p>
          <a:p>
            <a:pPr>
              <a:buFont typeface="Wingdings" pitchFamily="2" charset="2"/>
              <a:buChar char="q"/>
            </a:pPr>
            <a:endParaRPr lang="en-US" dirty="0" smtClean="0"/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Data duplication</a:t>
            </a:r>
          </a:p>
          <a:p>
            <a:pPr>
              <a:buFont typeface="Wingdings" pitchFamily="2" charset="2"/>
              <a:buChar char="q"/>
            </a:pPr>
            <a:endParaRPr lang="en-US" dirty="0" smtClean="0"/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Risk of </a:t>
            </a:r>
            <a:r>
              <a:rPr lang="en-US" sz="2000" dirty="0" smtClean="0"/>
              <a:t>errors</a:t>
            </a:r>
          </a:p>
          <a:p>
            <a:pPr>
              <a:buFont typeface="Wingdings" pitchFamily="2" charset="2"/>
              <a:buChar char="q"/>
            </a:pPr>
            <a:endParaRPr lang="en-US" sz="2000" dirty="0" smtClean="0"/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Difficulty in tracking student performance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b="1" u="sng" dirty="0" smtClean="0"/>
              <a:t>Objectives of the System</a:t>
            </a:r>
            <a:endParaRPr lang="en-US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500034" y="2000240"/>
            <a:ext cx="721523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/>
              <a:t>Automate university operations</a:t>
            </a:r>
          </a:p>
          <a:p>
            <a:pPr>
              <a:buFont typeface="Wingdings" pitchFamily="2" charset="2"/>
              <a:buChar char="q"/>
            </a:pPr>
            <a:endParaRPr lang="en-US" sz="2000" dirty="0" smtClean="0"/>
          </a:p>
          <a:p>
            <a:pPr>
              <a:buFont typeface="Wingdings" pitchFamily="2" charset="2"/>
              <a:buChar char="q"/>
            </a:pPr>
            <a:r>
              <a:rPr lang="en-US" sz="2000" dirty="0" smtClean="0"/>
              <a:t>Maintain centralized data</a:t>
            </a:r>
          </a:p>
          <a:p>
            <a:pPr>
              <a:buFont typeface="Wingdings" pitchFamily="2" charset="2"/>
              <a:buChar char="q"/>
            </a:pPr>
            <a:endParaRPr lang="en-US" sz="2000" dirty="0" smtClean="0"/>
          </a:p>
          <a:p>
            <a:pPr>
              <a:buFont typeface="Wingdings" pitchFamily="2" charset="2"/>
              <a:buChar char="q"/>
            </a:pPr>
            <a:r>
              <a:rPr lang="en-US" sz="2000" dirty="0" smtClean="0"/>
              <a:t>Reduce manual paperwork and human errors</a:t>
            </a:r>
          </a:p>
          <a:p>
            <a:pPr>
              <a:buFont typeface="Wingdings" pitchFamily="2" charset="2"/>
              <a:buChar char="q"/>
            </a:pPr>
            <a:endParaRPr lang="en-US" sz="2000" dirty="0" smtClean="0"/>
          </a:p>
          <a:p>
            <a:pPr>
              <a:buFont typeface="Wingdings" pitchFamily="2" charset="2"/>
              <a:buChar char="q"/>
            </a:pPr>
            <a:r>
              <a:rPr lang="en-US" sz="2000" dirty="0" smtClean="0"/>
              <a:t>Provide secure data management</a:t>
            </a:r>
          </a:p>
          <a:p>
            <a:pPr>
              <a:buFont typeface="Wingdings" pitchFamily="2" charset="2"/>
              <a:buChar char="q"/>
            </a:pPr>
            <a:endParaRPr lang="en-US" sz="2000" dirty="0" smtClean="0"/>
          </a:p>
          <a:p>
            <a:pPr>
              <a:buFont typeface="Wingdings" pitchFamily="2" charset="2"/>
              <a:buChar char="q"/>
            </a:pPr>
            <a:r>
              <a:rPr lang="en-US" sz="2000" dirty="0" smtClean="0"/>
              <a:t>Generate reports easily</a:t>
            </a:r>
          </a:p>
          <a:p>
            <a:pPr>
              <a:buFont typeface="Wingdings" pitchFamily="2" charset="2"/>
              <a:buChar char="q"/>
            </a:pPr>
            <a:endParaRPr lang="en-US" sz="2000" dirty="0"/>
          </a:p>
          <a:p>
            <a:pPr>
              <a:buFont typeface="Wingdings" pitchFamily="2" charset="2"/>
              <a:buChar char="q"/>
            </a:pPr>
            <a:r>
              <a:rPr lang="en-US" sz="2000" dirty="0" smtClean="0"/>
              <a:t>Enhance overall efficiency and productivity of the university</a:t>
            </a:r>
          </a:p>
          <a:p>
            <a:pPr>
              <a:buFont typeface="Wingdings" pitchFamily="2" charset="2"/>
              <a:buChar char="q"/>
            </a:pP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b="1" u="sng" dirty="0" smtClean="0"/>
              <a:t>Key </a:t>
            </a:r>
            <a:r>
              <a:rPr lang="en-US" b="1" u="sng" dirty="0" smtClean="0"/>
              <a:t>Features</a:t>
            </a:r>
            <a:endParaRPr lang="en-US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500034" y="2000240"/>
            <a:ext cx="7215238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/>
              <a:t>Student Management:</a:t>
            </a:r>
            <a:r>
              <a:rPr lang="en-US" sz="2000" dirty="0" smtClean="0"/>
              <a:t> Handles student registration, profiles, enrollment, and course records.</a:t>
            </a:r>
          </a:p>
          <a:p>
            <a:pPr>
              <a:buFont typeface="Wingdings" pitchFamily="2" charset="2"/>
              <a:buChar char="q"/>
            </a:pPr>
            <a:endParaRPr lang="en-US" sz="2000" dirty="0" smtClean="0"/>
          </a:p>
          <a:p>
            <a:pPr>
              <a:buFont typeface="Wingdings" pitchFamily="2" charset="2"/>
              <a:buChar char="q"/>
            </a:pPr>
            <a:r>
              <a:rPr lang="en-US" sz="2000" b="1" dirty="0" smtClean="0"/>
              <a:t>Faculty Management:</a:t>
            </a:r>
            <a:r>
              <a:rPr lang="en-US" sz="2000" dirty="0" smtClean="0"/>
              <a:t> Maintains faculty details, department allocation.</a:t>
            </a:r>
          </a:p>
          <a:p>
            <a:pPr>
              <a:buFont typeface="Wingdings" pitchFamily="2" charset="2"/>
              <a:buChar char="q"/>
            </a:pPr>
            <a:endParaRPr lang="en-US" sz="2000" dirty="0" smtClean="0"/>
          </a:p>
          <a:p>
            <a:pPr>
              <a:buFont typeface="Wingdings" pitchFamily="2" charset="2"/>
              <a:buChar char="q"/>
            </a:pPr>
            <a:r>
              <a:rPr lang="en-US" sz="2000" b="1" dirty="0" smtClean="0"/>
              <a:t>Course Management:</a:t>
            </a:r>
            <a:r>
              <a:rPr lang="en-US" sz="2000" dirty="0" smtClean="0"/>
              <a:t> Manages department wise course distribution .</a:t>
            </a:r>
          </a:p>
          <a:p>
            <a:endParaRPr lang="en-US" sz="2000" dirty="0"/>
          </a:p>
          <a:p>
            <a:pPr marL="0" lvl="1">
              <a:buFont typeface="Wingdings" pitchFamily="2" charset="2"/>
              <a:buChar char="q"/>
            </a:pPr>
            <a:r>
              <a:rPr lang="en-US" sz="2000" dirty="0" smtClean="0"/>
              <a:t>Department-wise student chart (Bar Graph)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✅ </a:t>
            </a:r>
            <a:r>
              <a:rPr lang="en-US" b="1" u="sng" dirty="0" smtClean="0"/>
              <a:t>Advantages</a:t>
            </a:r>
            <a:endParaRPr lang="en-US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500034" y="2000240"/>
            <a:ext cx="792961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Easy to Use – Simple and user-friendly interface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Real-Time Dashboard – Displays total students, courses, and enrollments instantly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Data Persistence – Uses browser Local Storage to store data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Responsive Design – Built with Bootstrap for mobile &amp; desktop compatibility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Fast &amp; Lightweight – No server or database required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❌ </a:t>
            </a:r>
            <a:r>
              <a:rPr lang="en-US" b="1" u="sng" dirty="0" smtClean="0"/>
              <a:t>Disadvantages</a:t>
            </a:r>
            <a:endParaRPr lang="en-US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500034" y="2000240"/>
            <a:ext cx="792961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No Backend Database – Data is stored only in browser Local Storage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Limited Security – No authentication or login system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Data Loss Risk – Clearing browser data removes all records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No Cloud Integration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🚀 </a:t>
            </a:r>
            <a:r>
              <a:rPr lang="en-US" b="1" u="sng" dirty="0" smtClean="0"/>
              <a:t>Future Scope</a:t>
            </a:r>
            <a:endParaRPr lang="en-US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500034" y="1714488"/>
            <a:ext cx="771530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🔹 Add Login Authentication (Admin, Faculty, Student roles)</a:t>
            </a:r>
          </a:p>
          <a:p>
            <a:endParaRPr lang="en-US" sz="2000" dirty="0" smtClean="0"/>
          </a:p>
          <a:p>
            <a:r>
              <a:rPr lang="en-US" sz="2000" dirty="0" smtClean="0"/>
              <a:t>🔹 Integrate Backend (Node.js / PHP)</a:t>
            </a:r>
          </a:p>
          <a:p>
            <a:endParaRPr lang="en-US" sz="2000" dirty="0" smtClean="0"/>
          </a:p>
          <a:p>
            <a:r>
              <a:rPr lang="en-US" sz="2000" dirty="0" smtClean="0"/>
              <a:t>🔹 Connect to Database (</a:t>
            </a:r>
            <a:r>
              <a:rPr lang="en-US" sz="2000" dirty="0" err="1" smtClean="0"/>
              <a:t>MySQL</a:t>
            </a:r>
            <a:r>
              <a:rPr lang="en-US" sz="2000" dirty="0" smtClean="0"/>
              <a:t>)</a:t>
            </a:r>
          </a:p>
          <a:p>
            <a:endParaRPr lang="en-US" sz="2000" dirty="0" smtClean="0"/>
          </a:p>
          <a:p>
            <a:r>
              <a:rPr lang="en-US" sz="2000" dirty="0" smtClean="0"/>
              <a:t>🔹 Cloud Deployment</a:t>
            </a:r>
          </a:p>
          <a:p>
            <a:endParaRPr lang="en-US" sz="2000" dirty="0" smtClean="0"/>
          </a:p>
          <a:p>
            <a:r>
              <a:rPr lang="en-US" sz="2000" dirty="0" smtClean="0"/>
              <a:t>🔹 Add Examination &amp; Result Module</a:t>
            </a:r>
          </a:p>
          <a:p>
            <a:endParaRPr lang="en-US" sz="2000" dirty="0" smtClean="0"/>
          </a:p>
          <a:p>
            <a:r>
              <a:rPr lang="en-US" sz="2000" dirty="0" smtClean="0"/>
              <a:t>🔹 Add Fee Management System</a:t>
            </a:r>
          </a:p>
          <a:p>
            <a:endParaRPr lang="en-US" sz="2000" dirty="0" smtClean="0"/>
          </a:p>
          <a:p>
            <a:r>
              <a:rPr lang="en-US" sz="2000" dirty="0" smtClean="0"/>
              <a:t>🔹 Add Email Notifications</a:t>
            </a:r>
          </a:p>
          <a:p>
            <a:endParaRPr lang="en-US" sz="2000" dirty="0" smtClean="0"/>
          </a:p>
          <a:p>
            <a:r>
              <a:rPr lang="en-US" sz="2000" dirty="0" smtClean="0"/>
              <a:t>🔹 Add Export to PDF / Excel 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🎯 </a:t>
            </a:r>
            <a:r>
              <a:rPr lang="en-US" b="1" u="sng" dirty="0" smtClean="0"/>
              <a:t>Conclusion</a:t>
            </a:r>
            <a:endParaRPr lang="en-US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428596" y="1643050"/>
            <a:ext cx="7715304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🔹 The </a:t>
            </a:r>
            <a:r>
              <a:rPr lang="en-US" sz="2000" b="1" dirty="0" smtClean="0"/>
              <a:t>University Management System</a:t>
            </a:r>
            <a:r>
              <a:rPr lang="en-US" sz="2000" dirty="0" smtClean="0"/>
              <a:t> is a simple and   efficient web-based application designed to manage students, courses, faculty, and enrollments in a centralized way.</a:t>
            </a:r>
          </a:p>
          <a:p>
            <a:endParaRPr lang="en-US" sz="2000" dirty="0"/>
          </a:p>
          <a:p>
            <a:r>
              <a:rPr lang="en-US" sz="2000" dirty="0" smtClean="0"/>
              <a:t>🔹 </a:t>
            </a:r>
            <a:r>
              <a:rPr lang="en-US" sz="2000" dirty="0" smtClean="0"/>
              <a:t>It demonstrates core web development concepts such as: </a:t>
            </a:r>
          </a:p>
          <a:p>
            <a:endParaRPr lang="en-US" sz="2000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     Frontend development using HTML, CSS, Bootstrap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     JavaScript-based dynamic functionality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     Data handling using Local Storage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     Data visualization using Charts</a:t>
            </a:r>
          </a:p>
          <a:p>
            <a:endParaRPr lang="en-US" dirty="0"/>
          </a:p>
          <a:p>
            <a:r>
              <a:rPr lang="en-US" sz="2000" dirty="0" smtClean="0"/>
              <a:t>🔹</a:t>
            </a:r>
            <a:r>
              <a:rPr lang="en-US" sz="2000" dirty="0" smtClean="0"/>
              <a:t> Although it has limitations, it serves as a strong foundation for building a full-scale university management system in the future.</a:t>
            </a:r>
          </a:p>
          <a:p>
            <a:endParaRPr lang="en-US" sz="2000" dirty="0" smtClean="0"/>
          </a:p>
          <a:p>
            <a:endParaRPr lang="en-US" sz="2000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Thank you </a:t>
            </a:r>
            <a:endParaRPr lang="en-US" sz="4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97</TotalTime>
  <Words>421</Words>
  <Application>Microsoft Office PowerPoint</Application>
  <PresentationFormat>On-screen Show (4:3)</PresentationFormat>
  <Paragraphs>90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Oriel</vt:lpstr>
      <vt:lpstr>🎓University Management System                    </vt:lpstr>
      <vt:lpstr>Slide 2</vt:lpstr>
      <vt:lpstr>Problem Statement</vt:lpstr>
      <vt:lpstr>Objectives of the System</vt:lpstr>
      <vt:lpstr>Key Features</vt:lpstr>
      <vt:lpstr>✅ Advantages</vt:lpstr>
      <vt:lpstr>❌ Disadvantages</vt:lpstr>
      <vt:lpstr>🚀 Future Scope</vt:lpstr>
      <vt:lpstr>🎯 Conclusion</vt:lpstr>
      <vt:lpstr>Thank you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Management System</dc:title>
  <dc:creator>com123</dc:creator>
  <cp:lastModifiedBy>com123</cp:lastModifiedBy>
  <cp:revision>10</cp:revision>
  <dcterms:created xsi:type="dcterms:W3CDTF">2026-02-18T19:54:34Z</dcterms:created>
  <dcterms:modified xsi:type="dcterms:W3CDTF">2026-02-18T21:32:32Z</dcterms:modified>
</cp:coreProperties>
</file>